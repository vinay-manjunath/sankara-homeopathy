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C4B7"/>
    <a:srgbClr val="4E2277"/>
    <a:srgbClr val="F8F3EF"/>
    <a:srgbClr val="485A67"/>
    <a:srgbClr val="2285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1A405-1389-315D-5C5C-21A38450D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6AC5A-4330-F703-0714-A7A61B992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D7B6A-8340-81CB-1E49-8406570C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EAFC6-EFBD-0A04-F69E-0409E062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9B57A-0206-44DA-CFF8-352DB631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88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03BD6-F1DC-2F73-3292-4CAE5637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0997-B768-A486-5D7A-4F4B7CB77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3FCD5C-849A-8809-6B67-9E303EA2B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262B0-1238-3083-01F6-D132B397D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A355B-B658-AA30-4DDF-C5775AA7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65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A576-3422-FBD1-FCD6-B978ABB37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EAD89-0ADC-8B13-FD32-3AB61ADC9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79557-FFF1-135C-8F4F-824034BCD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AB91D-F571-232E-833A-4501EAE74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4110E-7381-E77A-0698-1B858DBA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140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769D8-F608-C122-1DF3-379DB8F22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110A7-2CC5-1191-01E5-7CC39F9F9C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AEB0C-F275-C9BF-4119-CFB15B16B5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AE6B9-D6D2-305C-EA2A-1CCF8BEB6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0C16E-A293-352D-B747-5410CC11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82A50-C188-633B-FB85-FC5427141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54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CFFE3-8198-C4E5-770A-CEF78002C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5336D-F907-1561-F978-08F339FC5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D66C34-5FCA-D2D7-BE09-2D955F691A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53A16F-50CB-8C2E-2425-66C35AB3A2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C4DBA6-0344-C583-6747-B59E77CB7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956200-AE0B-CF26-2188-8DFAA0BB7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537A05-3047-9972-7DC1-57368AE04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131F5-BADC-9DB0-1B8D-AF13954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01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51616-D949-6BF8-37B3-80080AAC1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81E239-AF33-9933-1135-108D4F2F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9D1F86-A47F-0DA9-5D77-B045FF53A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62F205-E10E-5C03-6ABF-2CD41FC1A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233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078B2E-29FC-CE2C-A312-AF8BEB6E7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8288F1-E335-F415-243B-4D7134BB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9BDAE-19C4-2369-527B-25B9ECB38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69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C3BD-343F-6CE0-E84D-0771252A5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1319A-842F-DCCC-2D00-CB91885A7E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5BAA0-876D-20AB-506F-25FC1548A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B0B477-B0A1-6DE3-70E6-B00C3243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8E26BE-7622-5A1D-1763-2E68C2B9B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58350E-498D-F3B0-A6F7-6989A253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24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09A8B-6A71-1BD3-EDE2-F34A116C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4B6EF1-9A45-536D-14AD-4AFC9CAA0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8BAAE-E131-BBB6-E371-E03D1125B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8867E-1311-210D-F85B-483BCEEB5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31FD0-B7DC-79C7-4031-249FB654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9F928A-6988-62AF-B5CA-59481B4B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91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3C06-EA81-925E-7020-C8EDEABF6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D1ECE2-8E25-8E7B-39BA-B42AADE05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6826-B2EF-CD8C-B8C2-67DED22A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D89DE-C98D-D0E3-ADF3-896B0EE23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F086-6487-D3D8-03A6-2E62A536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78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D92470-8B2D-8A3D-2329-4CDEE8C34B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77B12-9831-A8D6-754E-E80EFEBC8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83C9F-ABB0-435D-FC7A-16FBCE95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0A0EC-7A8B-59D9-D1DD-C0AAB4376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90418-66AC-44D3-EB42-D23F9E9CA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140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AC1DA-DAF7-4E4B-FFA6-F88BFCC7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EB3D7-12E7-E270-A2EE-835904976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C683E-5EE9-9537-6B20-6500C6E7E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FE6AB-D878-4962-B199-C7706649A5C7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2606-54E9-9477-F9E6-358F4354D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10894-8F98-4515-4ABD-EE2CF0DC6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1E944-DC14-46AF-AABB-3538A4E74E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581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85886ED-BC5E-51E2-CC57-12524FF35544}"/>
              </a:ext>
            </a:extLst>
          </p:cNvPr>
          <p:cNvSpPr txBox="1"/>
          <p:nvPr/>
        </p:nvSpPr>
        <p:spPr>
          <a:xfrm>
            <a:off x="65611" y="3429000"/>
            <a:ext cx="1206077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dirty="0">
                <a:solidFill>
                  <a:srgbClr val="4E2277"/>
                </a:solidFill>
              </a:rPr>
              <a:t>TRINETHRA</a:t>
            </a:r>
            <a:r>
              <a:rPr lang="en-US" sz="8800" b="1" dirty="0">
                <a:solidFill>
                  <a:srgbClr val="22859A"/>
                </a:solidFill>
              </a:rPr>
              <a:t> </a:t>
            </a:r>
          </a:p>
          <a:p>
            <a:pPr algn="ctr"/>
            <a:r>
              <a:rPr lang="en-US" sz="8000" b="1" dirty="0">
                <a:solidFill>
                  <a:srgbClr val="22859A"/>
                </a:solidFill>
              </a:rPr>
              <a:t>HOMOEOPATHY</a:t>
            </a:r>
          </a:p>
          <a:p>
            <a:pPr algn="ctr"/>
            <a:r>
              <a:rPr lang="en-US" sz="4000" b="1" i="1" dirty="0">
                <a:solidFill>
                  <a:srgbClr val="485A6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cure begins with care</a:t>
            </a:r>
            <a:endParaRPr lang="en-IN" sz="4000" b="1" i="1" dirty="0">
              <a:solidFill>
                <a:srgbClr val="485A6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6A6B8C-BDF4-AB66-FA98-7C790324B17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BF8F3"/>
              </a:clrFrom>
              <a:clrTo>
                <a:srgbClr val="FBF8F3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754"/>
          <a:stretch>
            <a:fillRect/>
          </a:stretch>
        </p:blipFill>
        <p:spPr>
          <a:xfrm>
            <a:off x="2671393" y="-457200"/>
            <a:ext cx="6858000" cy="392595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C904C5-EDAA-C591-AAC3-FFA1479B1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4610100" y="0"/>
            <a:ext cx="29718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4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4C4B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A19FA0-A3E1-085B-F3F9-99D0B5FE3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2734CA-13E8-3F56-321F-D5B568F88DB3}"/>
              </a:ext>
            </a:extLst>
          </p:cNvPr>
          <p:cNvSpPr txBox="1"/>
          <p:nvPr/>
        </p:nvSpPr>
        <p:spPr>
          <a:xfrm>
            <a:off x="3801216" y="824597"/>
            <a:ext cx="127203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rgbClr val="4E2277"/>
                </a:solidFill>
              </a:rPr>
              <a:t>TRINETHRA</a:t>
            </a:r>
            <a:r>
              <a:rPr lang="en-US" sz="9600" b="1" dirty="0">
                <a:solidFill>
                  <a:srgbClr val="22859A"/>
                </a:solidFill>
              </a:rPr>
              <a:t> </a:t>
            </a:r>
          </a:p>
          <a:p>
            <a:r>
              <a:rPr lang="en-US" sz="9600" b="1" dirty="0">
                <a:solidFill>
                  <a:srgbClr val="22859A"/>
                </a:solidFill>
              </a:rPr>
              <a:t>HOMOEOPATHY</a:t>
            </a:r>
          </a:p>
          <a:p>
            <a:pPr algn="ctr"/>
            <a:endParaRPr lang="en-IN" sz="2400" b="1" i="1" dirty="0">
              <a:solidFill>
                <a:srgbClr val="485A67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A4D7395-07C0-8FAC-D466-4453AAD86264}"/>
              </a:ext>
            </a:extLst>
          </p:cNvPr>
          <p:cNvGrpSpPr/>
          <p:nvPr/>
        </p:nvGrpSpPr>
        <p:grpSpPr>
          <a:xfrm>
            <a:off x="-550491" y="641717"/>
            <a:ext cx="4888811" cy="2995563"/>
            <a:chOff x="-1109291" y="2604403"/>
            <a:chExt cx="6858000" cy="392595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E9A8BAF-55B4-3F6B-677B-EF9317FC3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BF8F3"/>
                </a:clrFrom>
                <a:clrTo>
                  <a:srgbClr val="FBF8F3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2754"/>
            <a:stretch>
              <a:fillRect/>
            </a:stretch>
          </p:blipFill>
          <p:spPr>
            <a:xfrm>
              <a:off x="-1109291" y="2604403"/>
              <a:ext cx="6858000" cy="3925957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97B0DCB-A6F5-C67D-716B-4A1D8C498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829416" y="3061603"/>
              <a:ext cx="2971800" cy="2971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1991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VINAY MANJUNATH</dc:creator>
  <cp:lastModifiedBy>VINAY MANJUNATH</cp:lastModifiedBy>
  <cp:revision>1</cp:revision>
  <dcterms:created xsi:type="dcterms:W3CDTF">2025-07-12T20:19:42Z</dcterms:created>
  <dcterms:modified xsi:type="dcterms:W3CDTF">2025-07-12T20:19:59Z</dcterms:modified>
</cp:coreProperties>
</file>